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1" autoAdjust="0"/>
    <p:restoredTop sz="94660"/>
  </p:normalViewPr>
  <p:slideViewPr>
    <p:cSldViewPr>
      <p:cViewPr varScale="1">
        <p:scale>
          <a:sx n="82" d="100"/>
          <a:sy n="82" d="100"/>
        </p:scale>
        <p:origin x="778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81ECE0-56EC-423A-870F-74FB4EF8D2B0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09B77A-7778-4154-B016-0C7E9BEE2B6E}">
      <dgm:prSet/>
      <dgm:spPr/>
      <dgm:t>
        <a:bodyPr/>
        <a:lstStyle/>
        <a:p>
          <a:r>
            <a:rPr lang="en-US"/>
            <a:t>Image Input</a:t>
          </a:r>
        </a:p>
      </dgm:t>
    </dgm:pt>
    <dgm:pt modelId="{5058B2A9-DFCB-4076-9B84-D155A572BA97}" type="parTrans" cxnId="{F84EB35A-76BC-403A-B7E6-F94A78E1443B}">
      <dgm:prSet/>
      <dgm:spPr/>
      <dgm:t>
        <a:bodyPr/>
        <a:lstStyle/>
        <a:p>
          <a:endParaRPr lang="en-US"/>
        </a:p>
      </dgm:t>
    </dgm:pt>
    <dgm:pt modelId="{6557CDBE-2900-4A9D-A683-C425EBF5E4F6}" type="sibTrans" cxnId="{F84EB35A-76BC-403A-B7E6-F94A78E1443B}">
      <dgm:prSet/>
      <dgm:spPr/>
      <dgm:t>
        <a:bodyPr/>
        <a:lstStyle/>
        <a:p>
          <a:endParaRPr lang="en-US"/>
        </a:p>
      </dgm:t>
    </dgm:pt>
    <dgm:pt modelId="{131DEE5C-30F2-4BAA-A053-288A7240F213}">
      <dgm:prSet/>
      <dgm:spPr/>
      <dgm:t>
        <a:bodyPr/>
        <a:lstStyle/>
        <a:p>
          <a:r>
            <a:rPr lang="en-US"/>
            <a:t>Preprocessing </a:t>
          </a:r>
        </a:p>
      </dgm:t>
    </dgm:pt>
    <dgm:pt modelId="{1F6E5971-0465-40E0-9305-9C60ADBD986A}" type="parTrans" cxnId="{B2ABFDC0-341F-4075-8490-233F88082F91}">
      <dgm:prSet/>
      <dgm:spPr/>
      <dgm:t>
        <a:bodyPr/>
        <a:lstStyle/>
        <a:p>
          <a:endParaRPr lang="en-US"/>
        </a:p>
      </dgm:t>
    </dgm:pt>
    <dgm:pt modelId="{62F97A7F-441C-40D7-9612-ED872B1DF743}" type="sibTrans" cxnId="{B2ABFDC0-341F-4075-8490-233F88082F91}">
      <dgm:prSet/>
      <dgm:spPr/>
      <dgm:t>
        <a:bodyPr/>
        <a:lstStyle/>
        <a:p>
          <a:endParaRPr lang="en-US"/>
        </a:p>
      </dgm:t>
    </dgm:pt>
    <dgm:pt modelId="{A1828D75-D396-416A-B0B9-DE87DCF7FD7E}">
      <dgm:prSet/>
      <dgm:spPr/>
      <dgm:t>
        <a:bodyPr/>
        <a:lstStyle/>
        <a:p>
          <a:r>
            <a:rPr lang="en-US"/>
            <a:t>Plate Localization </a:t>
          </a:r>
        </a:p>
      </dgm:t>
    </dgm:pt>
    <dgm:pt modelId="{6623C6E8-9805-4013-A30A-D6B28ACB3B8D}" type="parTrans" cxnId="{B1B49819-CDEF-4ED2-9156-0C34746CDD70}">
      <dgm:prSet/>
      <dgm:spPr/>
      <dgm:t>
        <a:bodyPr/>
        <a:lstStyle/>
        <a:p>
          <a:endParaRPr lang="en-US"/>
        </a:p>
      </dgm:t>
    </dgm:pt>
    <dgm:pt modelId="{AABD64B1-32AD-4722-BF00-B7A04F7CBE8A}" type="sibTrans" cxnId="{B1B49819-CDEF-4ED2-9156-0C34746CDD70}">
      <dgm:prSet/>
      <dgm:spPr/>
      <dgm:t>
        <a:bodyPr/>
        <a:lstStyle/>
        <a:p>
          <a:endParaRPr lang="en-US"/>
        </a:p>
      </dgm:t>
    </dgm:pt>
    <dgm:pt modelId="{2E21211C-C053-45C0-930E-B679FF51507D}">
      <dgm:prSet/>
      <dgm:spPr/>
      <dgm:t>
        <a:bodyPr/>
        <a:lstStyle/>
        <a:p>
          <a:r>
            <a:rPr lang="en-US"/>
            <a:t>OCR </a:t>
          </a:r>
        </a:p>
      </dgm:t>
    </dgm:pt>
    <dgm:pt modelId="{536C4E5F-1A16-450B-BCB7-1F81E5C46172}" type="parTrans" cxnId="{7D469D76-2BE9-459D-9B53-B48134EDB0FD}">
      <dgm:prSet/>
      <dgm:spPr/>
      <dgm:t>
        <a:bodyPr/>
        <a:lstStyle/>
        <a:p>
          <a:endParaRPr lang="en-US"/>
        </a:p>
      </dgm:t>
    </dgm:pt>
    <dgm:pt modelId="{90BCF54A-127E-4159-A1CE-16DF9A4B6AEA}" type="sibTrans" cxnId="{7D469D76-2BE9-459D-9B53-B48134EDB0FD}">
      <dgm:prSet/>
      <dgm:spPr/>
      <dgm:t>
        <a:bodyPr/>
        <a:lstStyle/>
        <a:p>
          <a:endParaRPr lang="en-US"/>
        </a:p>
      </dgm:t>
    </dgm:pt>
    <dgm:pt modelId="{AEE6E776-6533-46E6-A995-A385496F6838}">
      <dgm:prSet/>
      <dgm:spPr/>
      <dgm:t>
        <a:bodyPr/>
        <a:lstStyle/>
        <a:p>
          <a:r>
            <a:rPr lang="en-US"/>
            <a:t>Result Annotation</a:t>
          </a:r>
        </a:p>
      </dgm:t>
    </dgm:pt>
    <dgm:pt modelId="{B219511B-988F-4106-8522-ACB3ECF5E1F7}" type="parTrans" cxnId="{95371AAA-D1CD-434D-9A0A-99DDEAEA31DE}">
      <dgm:prSet/>
      <dgm:spPr/>
      <dgm:t>
        <a:bodyPr/>
        <a:lstStyle/>
        <a:p>
          <a:endParaRPr lang="en-US"/>
        </a:p>
      </dgm:t>
    </dgm:pt>
    <dgm:pt modelId="{35E37A03-B82C-4C51-B69B-56A46B9A69DC}" type="sibTrans" cxnId="{95371AAA-D1CD-434D-9A0A-99DDEAEA31DE}">
      <dgm:prSet/>
      <dgm:spPr/>
      <dgm:t>
        <a:bodyPr/>
        <a:lstStyle/>
        <a:p>
          <a:endParaRPr lang="en-US"/>
        </a:p>
      </dgm:t>
    </dgm:pt>
    <dgm:pt modelId="{5B139342-ABE4-47AA-9644-A2D1C6C50C7E}" type="pres">
      <dgm:prSet presAssocID="{2181ECE0-56EC-423A-870F-74FB4EF8D2B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3EDB87-6F28-4627-AB0D-216DC3616461}" type="pres">
      <dgm:prSet presAssocID="{CC09B77A-7778-4154-B016-0C7E9BEE2B6E}" presName="root" presStyleCnt="0"/>
      <dgm:spPr/>
    </dgm:pt>
    <dgm:pt modelId="{7FFBFFE4-38B2-43C3-86DF-EBA22C626519}" type="pres">
      <dgm:prSet presAssocID="{CC09B77A-7778-4154-B016-0C7E9BEE2B6E}" presName="rootComposite" presStyleCnt="0"/>
      <dgm:spPr/>
    </dgm:pt>
    <dgm:pt modelId="{FF0CFD50-D60C-475A-9D4B-CBE82CAFF933}" type="pres">
      <dgm:prSet presAssocID="{CC09B77A-7778-4154-B016-0C7E9BEE2B6E}" presName="rootText" presStyleLbl="node1" presStyleIdx="0" presStyleCnt="5"/>
      <dgm:spPr/>
    </dgm:pt>
    <dgm:pt modelId="{7A800129-D328-4D7A-A29D-3A202685873D}" type="pres">
      <dgm:prSet presAssocID="{CC09B77A-7778-4154-B016-0C7E9BEE2B6E}" presName="rootConnector" presStyleLbl="node1" presStyleIdx="0" presStyleCnt="5"/>
      <dgm:spPr/>
    </dgm:pt>
    <dgm:pt modelId="{3F629DCB-6EE3-464E-A757-D1190C9FDC8A}" type="pres">
      <dgm:prSet presAssocID="{CC09B77A-7778-4154-B016-0C7E9BEE2B6E}" presName="childShape" presStyleCnt="0"/>
      <dgm:spPr/>
    </dgm:pt>
    <dgm:pt modelId="{72395AE6-B85C-4A15-AD43-F1718F264511}" type="pres">
      <dgm:prSet presAssocID="{131DEE5C-30F2-4BAA-A053-288A7240F213}" presName="root" presStyleCnt="0"/>
      <dgm:spPr/>
    </dgm:pt>
    <dgm:pt modelId="{94C22FFA-C07F-411B-85AC-F5385668E28A}" type="pres">
      <dgm:prSet presAssocID="{131DEE5C-30F2-4BAA-A053-288A7240F213}" presName="rootComposite" presStyleCnt="0"/>
      <dgm:spPr/>
    </dgm:pt>
    <dgm:pt modelId="{96FBF42A-6879-41AF-BCB5-240001091718}" type="pres">
      <dgm:prSet presAssocID="{131DEE5C-30F2-4BAA-A053-288A7240F213}" presName="rootText" presStyleLbl="node1" presStyleIdx="1" presStyleCnt="5"/>
      <dgm:spPr/>
    </dgm:pt>
    <dgm:pt modelId="{62C4477B-5D6B-47E8-B2F4-1448E68D8CCB}" type="pres">
      <dgm:prSet presAssocID="{131DEE5C-30F2-4BAA-A053-288A7240F213}" presName="rootConnector" presStyleLbl="node1" presStyleIdx="1" presStyleCnt="5"/>
      <dgm:spPr/>
    </dgm:pt>
    <dgm:pt modelId="{37C9F405-6A0E-4D60-B1A2-3E356D5D349D}" type="pres">
      <dgm:prSet presAssocID="{131DEE5C-30F2-4BAA-A053-288A7240F213}" presName="childShape" presStyleCnt="0"/>
      <dgm:spPr/>
    </dgm:pt>
    <dgm:pt modelId="{11E3BDBC-5F69-4DB8-B3EC-361D4422A518}" type="pres">
      <dgm:prSet presAssocID="{A1828D75-D396-416A-B0B9-DE87DCF7FD7E}" presName="root" presStyleCnt="0"/>
      <dgm:spPr/>
    </dgm:pt>
    <dgm:pt modelId="{9D9A9583-F342-40C0-BDAB-191BD352385B}" type="pres">
      <dgm:prSet presAssocID="{A1828D75-D396-416A-B0B9-DE87DCF7FD7E}" presName="rootComposite" presStyleCnt="0"/>
      <dgm:spPr/>
    </dgm:pt>
    <dgm:pt modelId="{2F202F95-1F28-462C-8F26-072BE66D4790}" type="pres">
      <dgm:prSet presAssocID="{A1828D75-D396-416A-B0B9-DE87DCF7FD7E}" presName="rootText" presStyleLbl="node1" presStyleIdx="2" presStyleCnt="5"/>
      <dgm:spPr/>
    </dgm:pt>
    <dgm:pt modelId="{3AB63357-D6DA-4E0F-B0A0-D672DE874FB9}" type="pres">
      <dgm:prSet presAssocID="{A1828D75-D396-416A-B0B9-DE87DCF7FD7E}" presName="rootConnector" presStyleLbl="node1" presStyleIdx="2" presStyleCnt="5"/>
      <dgm:spPr/>
    </dgm:pt>
    <dgm:pt modelId="{61FD5724-51C6-4A3A-B925-0B4433C379F8}" type="pres">
      <dgm:prSet presAssocID="{A1828D75-D396-416A-B0B9-DE87DCF7FD7E}" presName="childShape" presStyleCnt="0"/>
      <dgm:spPr/>
    </dgm:pt>
    <dgm:pt modelId="{5E7F4459-4093-4FBB-8981-D57A09FE0460}" type="pres">
      <dgm:prSet presAssocID="{2E21211C-C053-45C0-930E-B679FF51507D}" presName="root" presStyleCnt="0"/>
      <dgm:spPr/>
    </dgm:pt>
    <dgm:pt modelId="{35E09AA3-0CDE-4F03-9BF8-D490D21C4771}" type="pres">
      <dgm:prSet presAssocID="{2E21211C-C053-45C0-930E-B679FF51507D}" presName="rootComposite" presStyleCnt="0"/>
      <dgm:spPr/>
    </dgm:pt>
    <dgm:pt modelId="{8CC9376D-4989-48A7-94B8-8E23C08E2EBC}" type="pres">
      <dgm:prSet presAssocID="{2E21211C-C053-45C0-930E-B679FF51507D}" presName="rootText" presStyleLbl="node1" presStyleIdx="3" presStyleCnt="5"/>
      <dgm:spPr/>
    </dgm:pt>
    <dgm:pt modelId="{9C6FB824-732A-47AB-950F-938F7011524A}" type="pres">
      <dgm:prSet presAssocID="{2E21211C-C053-45C0-930E-B679FF51507D}" presName="rootConnector" presStyleLbl="node1" presStyleIdx="3" presStyleCnt="5"/>
      <dgm:spPr/>
    </dgm:pt>
    <dgm:pt modelId="{0CE9557B-655D-413F-A9FB-4DBA3C0BF934}" type="pres">
      <dgm:prSet presAssocID="{2E21211C-C053-45C0-930E-B679FF51507D}" presName="childShape" presStyleCnt="0"/>
      <dgm:spPr/>
    </dgm:pt>
    <dgm:pt modelId="{EFBB0625-13BB-4747-B320-058BE2CC34F7}" type="pres">
      <dgm:prSet presAssocID="{AEE6E776-6533-46E6-A995-A385496F6838}" presName="root" presStyleCnt="0"/>
      <dgm:spPr/>
    </dgm:pt>
    <dgm:pt modelId="{33385B24-C18C-4DA6-B3D2-7C3930AC7593}" type="pres">
      <dgm:prSet presAssocID="{AEE6E776-6533-46E6-A995-A385496F6838}" presName="rootComposite" presStyleCnt="0"/>
      <dgm:spPr/>
    </dgm:pt>
    <dgm:pt modelId="{A527C8B5-DF8C-440C-8EEC-F793E76B5534}" type="pres">
      <dgm:prSet presAssocID="{AEE6E776-6533-46E6-A995-A385496F6838}" presName="rootText" presStyleLbl="node1" presStyleIdx="4" presStyleCnt="5"/>
      <dgm:spPr/>
    </dgm:pt>
    <dgm:pt modelId="{CD7882A4-E9EA-4FD1-8BD7-D7D33FEFE380}" type="pres">
      <dgm:prSet presAssocID="{AEE6E776-6533-46E6-A995-A385496F6838}" presName="rootConnector" presStyleLbl="node1" presStyleIdx="4" presStyleCnt="5"/>
      <dgm:spPr/>
    </dgm:pt>
    <dgm:pt modelId="{032FA7D2-8FEE-4AF8-A00F-26ECE15B8A22}" type="pres">
      <dgm:prSet presAssocID="{AEE6E776-6533-46E6-A995-A385496F6838}" presName="childShape" presStyleCnt="0"/>
      <dgm:spPr/>
    </dgm:pt>
  </dgm:ptLst>
  <dgm:cxnLst>
    <dgm:cxn modelId="{D9403710-BECD-4AD8-85A5-EB97D465FEB4}" type="presOf" srcId="{AEE6E776-6533-46E6-A995-A385496F6838}" destId="{A527C8B5-DF8C-440C-8EEC-F793E76B5534}" srcOrd="0" destOrd="0" presId="urn:microsoft.com/office/officeart/2005/8/layout/hierarchy3"/>
    <dgm:cxn modelId="{B1B49819-CDEF-4ED2-9156-0C34746CDD70}" srcId="{2181ECE0-56EC-423A-870F-74FB4EF8D2B0}" destId="{A1828D75-D396-416A-B0B9-DE87DCF7FD7E}" srcOrd="2" destOrd="0" parTransId="{6623C6E8-9805-4013-A30A-D6B28ACB3B8D}" sibTransId="{AABD64B1-32AD-4722-BF00-B7A04F7CBE8A}"/>
    <dgm:cxn modelId="{FDD90E3D-BA7B-40B7-9AE1-FBD678B2F78D}" type="presOf" srcId="{AEE6E776-6533-46E6-A995-A385496F6838}" destId="{CD7882A4-E9EA-4FD1-8BD7-D7D33FEFE380}" srcOrd="1" destOrd="0" presId="urn:microsoft.com/office/officeart/2005/8/layout/hierarchy3"/>
    <dgm:cxn modelId="{63234467-5CEC-4A2E-8778-8AFD928AE0DC}" type="presOf" srcId="{2E21211C-C053-45C0-930E-B679FF51507D}" destId="{8CC9376D-4989-48A7-94B8-8E23C08E2EBC}" srcOrd="0" destOrd="0" presId="urn:microsoft.com/office/officeart/2005/8/layout/hierarchy3"/>
    <dgm:cxn modelId="{1C44ED6E-23D9-4D2D-A4E8-6F019C64D64D}" type="presOf" srcId="{A1828D75-D396-416A-B0B9-DE87DCF7FD7E}" destId="{3AB63357-D6DA-4E0F-B0A0-D672DE874FB9}" srcOrd="1" destOrd="0" presId="urn:microsoft.com/office/officeart/2005/8/layout/hierarchy3"/>
    <dgm:cxn modelId="{FBE2CD75-15D3-450C-9B68-F55886F632C6}" type="presOf" srcId="{2E21211C-C053-45C0-930E-B679FF51507D}" destId="{9C6FB824-732A-47AB-950F-938F7011524A}" srcOrd="1" destOrd="0" presId="urn:microsoft.com/office/officeart/2005/8/layout/hierarchy3"/>
    <dgm:cxn modelId="{7D469D76-2BE9-459D-9B53-B48134EDB0FD}" srcId="{2181ECE0-56EC-423A-870F-74FB4EF8D2B0}" destId="{2E21211C-C053-45C0-930E-B679FF51507D}" srcOrd="3" destOrd="0" parTransId="{536C4E5F-1A16-450B-BCB7-1F81E5C46172}" sibTransId="{90BCF54A-127E-4159-A1CE-16DF9A4B6AEA}"/>
    <dgm:cxn modelId="{F84EB35A-76BC-403A-B7E6-F94A78E1443B}" srcId="{2181ECE0-56EC-423A-870F-74FB4EF8D2B0}" destId="{CC09B77A-7778-4154-B016-0C7E9BEE2B6E}" srcOrd="0" destOrd="0" parTransId="{5058B2A9-DFCB-4076-9B84-D155A572BA97}" sibTransId="{6557CDBE-2900-4A9D-A683-C425EBF5E4F6}"/>
    <dgm:cxn modelId="{D940A67D-7A89-4056-8376-DFC340FB52E1}" type="presOf" srcId="{2181ECE0-56EC-423A-870F-74FB4EF8D2B0}" destId="{5B139342-ABE4-47AA-9644-A2D1C6C50C7E}" srcOrd="0" destOrd="0" presId="urn:microsoft.com/office/officeart/2005/8/layout/hierarchy3"/>
    <dgm:cxn modelId="{5B1DBD83-B03E-4D4B-9237-98FAD470B700}" type="presOf" srcId="{CC09B77A-7778-4154-B016-0C7E9BEE2B6E}" destId="{FF0CFD50-D60C-475A-9D4B-CBE82CAFF933}" srcOrd="0" destOrd="0" presId="urn:microsoft.com/office/officeart/2005/8/layout/hierarchy3"/>
    <dgm:cxn modelId="{95371AAA-D1CD-434D-9A0A-99DDEAEA31DE}" srcId="{2181ECE0-56EC-423A-870F-74FB4EF8D2B0}" destId="{AEE6E776-6533-46E6-A995-A385496F6838}" srcOrd="4" destOrd="0" parTransId="{B219511B-988F-4106-8522-ACB3ECF5E1F7}" sibTransId="{35E37A03-B82C-4C51-B69B-56A46B9A69DC}"/>
    <dgm:cxn modelId="{B2ABFDC0-341F-4075-8490-233F88082F91}" srcId="{2181ECE0-56EC-423A-870F-74FB4EF8D2B0}" destId="{131DEE5C-30F2-4BAA-A053-288A7240F213}" srcOrd="1" destOrd="0" parTransId="{1F6E5971-0465-40E0-9305-9C60ADBD986A}" sibTransId="{62F97A7F-441C-40D7-9612-ED872B1DF743}"/>
    <dgm:cxn modelId="{7C8885C8-DB7A-4449-8E93-FA6C28AD05ED}" type="presOf" srcId="{CC09B77A-7778-4154-B016-0C7E9BEE2B6E}" destId="{7A800129-D328-4D7A-A29D-3A202685873D}" srcOrd="1" destOrd="0" presId="urn:microsoft.com/office/officeart/2005/8/layout/hierarchy3"/>
    <dgm:cxn modelId="{430708DC-DBB5-4C56-8682-784A0E40F4D1}" type="presOf" srcId="{A1828D75-D396-416A-B0B9-DE87DCF7FD7E}" destId="{2F202F95-1F28-462C-8F26-072BE66D4790}" srcOrd="0" destOrd="0" presId="urn:microsoft.com/office/officeart/2005/8/layout/hierarchy3"/>
    <dgm:cxn modelId="{955DE1DC-D9E9-4E5F-A20F-C0B0178413E0}" type="presOf" srcId="{131DEE5C-30F2-4BAA-A053-288A7240F213}" destId="{62C4477B-5D6B-47E8-B2F4-1448E68D8CCB}" srcOrd="1" destOrd="0" presId="urn:microsoft.com/office/officeart/2005/8/layout/hierarchy3"/>
    <dgm:cxn modelId="{847B6AF6-3CC4-46E6-B917-408D4148493C}" type="presOf" srcId="{131DEE5C-30F2-4BAA-A053-288A7240F213}" destId="{96FBF42A-6879-41AF-BCB5-240001091718}" srcOrd="0" destOrd="0" presId="urn:microsoft.com/office/officeart/2005/8/layout/hierarchy3"/>
    <dgm:cxn modelId="{0DE0F886-E033-4C33-9A33-93A43E5984DD}" type="presParOf" srcId="{5B139342-ABE4-47AA-9644-A2D1C6C50C7E}" destId="{E63EDB87-6F28-4627-AB0D-216DC3616461}" srcOrd="0" destOrd="0" presId="urn:microsoft.com/office/officeart/2005/8/layout/hierarchy3"/>
    <dgm:cxn modelId="{E7A3B800-70E4-4DBE-9318-8938E8C0FCE3}" type="presParOf" srcId="{E63EDB87-6F28-4627-AB0D-216DC3616461}" destId="{7FFBFFE4-38B2-43C3-86DF-EBA22C626519}" srcOrd="0" destOrd="0" presId="urn:microsoft.com/office/officeart/2005/8/layout/hierarchy3"/>
    <dgm:cxn modelId="{8996AEC1-859A-48DA-A9A6-360AAB6933D7}" type="presParOf" srcId="{7FFBFFE4-38B2-43C3-86DF-EBA22C626519}" destId="{FF0CFD50-D60C-475A-9D4B-CBE82CAFF933}" srcOrd="0" destOrd="0" presId="urn:microsoft.com/office/officeart/2005/8/layout/hierarchy3"/>
    <dgm:cxn modelId="{27C6B1F0-B701-4AF2-9590-9198347F8B22}" type="presParOf" srcId="{7FFBFFE4-38B2-43C3-86DF-EBA22C626519}" destId="{7A800129-D328-4D7A-A29D-3A202685873D}" srcOrd="1" destOrd="0" presId="urn:microsoft.com/office/officeart/2005/8/layout/hierarchy3"/>
    <dgm:cxn modelId="{0F2F74E1-113B-4A51-B75B-A01A3BB223F7}" type="presParOf" srcId="{E63EDB87-6F28-4627-AB0D-216DC3616461}" destId="{3F629DCB-6EE3-464E-A757-D1190C9FDC8A}" srcOrd="1" destOrd="0" presId="urn:microsoft.com/office/officeart/2005/8/layout/hierarchy3"/>
    <dgm:cxn modelId="{644564B6-83F0-47B6-8796-102AD02BE942}" type="presParOf" srcId="{5B139342-ABE4-47AA-9644-A2D1C6C50C7E}" destId="{72395AE6-B85C-4A15-AD43-F1718F264511}" srcOrd="1" destOrd="0" presId="urn:microsoft.com/office/officeart/2005/8/layout/hierarchy3"/>
    <dgm:cxn modelId="{B4ADE2F2-D5E8-4F5C-92B1-AAA5E3B282FA}" type="presParOf" srcId="{72395AE6-B85C-4A15-AD43-F1718F264511}" destId="{94C22FFA-C07F-411B-85AC-F5385668E28A}" srcOrd="0" destOrd="0" presId="urn:microsoft.com/office/officeart/2005/8/layout/hierarchy3"/>
    <dgm:cxn modelId="{DA7C7656-004A-4E97-93F5-B676851651D4}" type="presParOf" srcId="{94C22FFA-C07F-411B-85AC-F5385668E28A}" destId="{96FBF42A-6879-41AF-BCB5-240001091718}" srcOrd="0" destOrd="0" presId="urn:microsoft.com/office/officeart/2005/8/layout/hierarchy3"/>
    <dgm:cxn modelId="{672BB183-441C-4036-999B-C69976E2DAE2}" type="presParOf" srcId="{94C22FFA-C07F-411B-85AC-F5385668E28A}" destId="{62C4477B-5D6B-47E8-B2F4-1448E68D8CCB}" srcOrd="1" destOrd="0" presId="urn:microsoft.com/office/officeart/2005/8/layout/hierarchy3"/>
    <dgm:cxn modelId="{330F1078-C2DF-4B00-A131-4BE139219C85}" type="presParOf" srcId="{72395AE6-B85C-4A15-AD43-F1718F264511}" destId="{37C9F405-6A0E-4D60-B1A2-3E356D5D349D}" srcOrd="1" destOrd="0" presId="urn:microsoft.com/office/officeart/2005/8/layout/hierarchy3"/>
    <dgm:cxn modelId="{89CC9B00-6062-4428-A16A-A6048E9294B3}" type="presParOf" srcId="{5B139342-ABE4-47AA-9644-A2D1C6C50C7E}" destId="{11E3BDBC-5F69-4DB8-B3EC-361D4422A518}" srcOrd="2" destOrd="0" presId="urn:microsoft.com/office/officeart/2005/8/layout/hierarchy3"/>
    <dgm:cxn modelId="{54481A2B-E1DF-4728-A969-D31135E3DEF3}" type="presParOf" srcId="{11E3BDBC-5F69-4DB8-B3EC-361D4422A518}" destId="{9D9A9583-F342-40C0-BDAB-191BD352385B}" srcOrd="0" destOrd="0" presId="urn:microsoft.com/office/officeart/2005/8/layout/hierarchy3"/>
    <dgm:cxn modelId="{D999504A-221B-4709-BB29-D028CDABA33E}" type="presParOf" srcId="{9D9A9583-F342-40C0-BDAB-191BD352385B}" destId="{2F202F95-1F28-462C-8F26-072BE66D4790}" srcOrd="0" destOrd="0" presId="urn:microsoft.com/office/officeart/2005/8/layout/hierarchy3"/>
    <dgm:cxn modelId="{8C61995A-161D-4672-91F1-2176D3FC1317}" type="presParOf" srcId="{9D9A9583-F342-40C0-BDAB-191BD352385B}" destId="{3AB63357-D6DA-4E0F-B0A0-D672DE874FB9}" srcOrd="1" destOrd="0" presId="urn:microsoft.com/office/officeart/2005/8/layout/hierarchy3"/>
    <dgm:cxn modelId="{84AD8421-589D-412F-A1A6-9BCC93AF091D}" type="presParOf" srcId="{11E3BDBC-5F69-4DB8-B3EC-361D4422A518}" destId="{61FD5724-51C6-4A3A-B925-0B4433C379F8}" srcOrd="1" destOrd="0" presId="urn:microsoft.com/office/officeart/2005/8/layout/hierarchy3"/>
    <dgm:cxn modelId="{C66CCA63-4663-42A8-9226-7F878D5A0D4E}" type="presParOf" srcId="{5B139342-ABE4-47AA-9644-A2D1C6C50C7E}" destId="{5E7F4459-4093-4FBB-8981-D57A09FE0460}" srcOrd="3" destOrd="0" presId="urn:microsoft.com/office/officeart/2005/8/layout/hierarchy3"/>
    <dgm:cxn modelId="{D662AF55-9ADE-410C-B8FC-9BEB62B72927}" type="presParOf" srcId="{5E7F4459-4093-4FBB-8981-D57A09FE0460}" destId="{35E09AA3-0CDE-4F03-9BF8-D490D21C4771}" srcOrd="0" destOrd="0" presId="urn:microsoft.com/office/officeart/2005/8/layout/hierarchy3"/>
    <dgm:cxn modelId="{0301308A-340E-4E70-B144-36F56263CE7B}" type="presParOf" srcId="{35E09AA3-0CDE-4F03-9BF8-D490D21C4771}" destId="{8CC9376D-4989-48A7-94B8-8E23C08E2EBC}" srcOrd="0" destOrd="0" presId="urn:microsoft.com/office/officeart/2005/8/layout/hierarchy3"/>
    <dgm:cxn modelId="{8ACD5ABC-F0FC-4182-8948-AAFBEB77FD06}" type="presParOf" srcId="{35E09AA3-0CDE-4F03-9BF8-D490D21C4771}" destId="{9C6FB824-732A-47AB-950F-938F7011524A}" srcOrd="1" destOrd="0" presId="urn:microsoft.com/office/officeart/2005/8/layout/hierarchy3"/>
    <dgm:cxn modelId="{9B9EAFE0-CD7E-4768-AD3A-3CD0C9D0055E}" type="presParOf" srcId="{5E7F4459-4093-4FBB-8981-D57A09FE0460}" destId="{0CE9557B-655D-413F-A9FB-4DBA3C0BF934}" srcOrd="1" destOrd="0" presId="urn:microsoft.com/office/officeart/2005/8/layout/hierarchy3"/>
    <dgm:cxn modelId="{94AED7DD-798F-48A9-AA46-BA7FDE4A5C7B}" type="presParOf" srcId="{5B139342-ABE4-47AA-9644-A2D1C6C50C7E}" destId="{EFBB0625-13BB-4747-B320-058BE2CC34F7}" srcOrd="4" destOrd="0" presId="urn:microsoft.com/office/officeart/2005/8/layout/hierarchy3"/>
    <dgm:cxn modelId="{C66F8D87-A2F6-4755-89E2-0E52438D81CE}" type="presParOf" srcId="{EFBB0625-13BB-4747-B320-058BE2CC34F7}" destId="{33385B24-C18C-4DA6-B3D2-7C3930AC7593}" srcOrd="0" destOrd="0" presId="urn:microsoft.com/office/officeart/2005/8/layout/hierarchy3"/>
    <dgm:cxn modelId="{12486CDC-0F2B-4427-9114-C499500415F8}" type="presParOf" srcId="{33385B24-C18C-4DA6-B3D2-7C3930AC7593}" destId="{A527C8B5-DF8C-440C-8EEC-F793E76B5534}" srcOrd="0" destOrd="0" presId="urn:microsoft.com/office/officeart/2005/8/layout/hierarchy3"/>
    <dgm:cxn modelId="{9A9D9166-2272-4D30-9CC9-0D2D3C0536A5}" type="presParOf" srcId="{33385B24-C18C-4DA6-B3D2-7C3930AC7593}" destId="{CD7882A4-E9EA-4FD1-8BD7-D7D33FEFE380}" srcOrd="1" destOrd="0" presId="urn:microsoft.com/office/officeart/2005/8/layout/hierarchy3"/>
    <dgm:cxn modelId="{5AD484EF-082A-4AE0-B8B5-8E559639C299}" type="presParOf" srcId="{EFBB0625-13BB-4747-B320-058BE2CC34F7}" destId="{032FA7D2-8FEE-4AF8-A00F-26ECE15B8A2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F10C27-C13D-4C20-A332-E14E195E68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47B5E9-D45F-4939-B294-D660D171103E}">
      <dgm:prSet/>
      <dgm:spPr/>
      <dgm:t>
        <a:bodyPr/>
        <a:lstStyle/>
        <a:p>
          <a:r>
            <a:rPr lang="en-US"/>
            <a:t>Clean the image</a:t>
          </a:r>
        </a:p>
      </dgm:t>
    </dgm:pt>
    <dgm:pt modelId="{00434706-4492-41C3-BA7E-1FFA3E400FA7}" type="parTrans" cxnId="{2BE683C2-6D61-4B09-B843-8C262E6DF666}">
      <dgm:prSet/>
      <dgm:spPr/>
      <dgm:t>
        <a:bodyPr/>
        <a:lstStyle/>
        <a:p>
          <a:endParaRPr lang="en-US"/>
        </a:p>
      </dgm:t>
    </dgm:pt>
    <dgm:pt modelId="{0B766E03-AE88-49A5-9937-82D395E694D1}" type="sibTrans" cxnId="{2BE683C2-6D61-4B09-B843-8C262E6DF666}">
      <dgm:prSet/>
      <dgm:spPr/>
      <dgm:t>
        <a:bodyPr/>
        <a:lstStyle/>
        <a:p>
          <a:endParaRPr lang="en-US"/>
        </a:p>
      </dgm:t>
    </dgm:pt>
    <dgm:pt modelId="{1C91A21C-E60E-47BB-94DC-F4C38BE3D8C3}">
      <dgm:prSet/>
      <dgm:spPr/>
      <dgm:t>
        <a:bodyPr/>
        <a:lstStyle/>
        <a:p>
          <a:r>
            <a:rPr lang="en-US"/>
            <a:t>Crop plate region</a:t>
          </a:r>
        </a:p>
      </dgm:t>
    </dgm:pt>
    <dgm:pt modelId="{CC679009-D777-466B-8A75-596CDE232C57}" type="parTrans" cxnId="{6D7BD724-9F6A-4CCA-976A-75D25BB0ECBB}">
      <dgm:prSet/>
      <dgm:spPr/>
      <dgm:t>
        <a:bodyPr/>
        <a:lstStyle/>
        <a:p>
          <a:endParaRPr lang="en-US"/>
        </a:p>
      </dgm:t>
    </dgm:pt>
    <dgm:pt modelId="{B6A93315-D064-49D6-B666-9EB2B7857D00}" type="sibTrans" cxnId="{6D7BD724-9F6A-4CCA-976A-75D25BB0ECBB}">
      <dgm:prSet/>
      <dgm:spPr/>
      <dgm:t>
        <a:bodyPr/>
        <a:lstStyle/>
        <a:p>
          <a:endParaRPr lang="en-US"/>
        </a:p>
      </dgm:t>
    </dgm:pt>
    <dgm:pt modelId="{1F9D3EC9-824B-4535-9D9B-F9767DAB6065}">
      <dgm:prSet/>
      <dgm:spPr/>
      <dgm:t>
        <a:bodyPr/>
        <a:lstStyle/>
        <a:p>
          <a:r>
            <a:rPr lang="en-US"/>
            <a:t>Enhance Contrast</a:t>
          </a:r>
        </a:p>
      </dgm:t>
    </dgm:pt>
    <dgm:pt modelId="{D0832B85-C4DA-46E9-B6C7-326C7D4A0F46}" type="parTrans" cxnId="{054B39EE-182C-4FD0-A42A-77BA6983B6DE}">
      <dgm:prSet/>
      <dgm:spPr/>
      <dgm:t>
        <a:bodyPr/>
        <a:lstStyle/>
        <a:p>
          <a:endParaRPr lang="en-US"/>
        </a:p>
      </dgm:t>
    </dgm:pt>
    <dgm:pt modelId="{76DB12A9-0243-4262-9673-7EADB4E561FE}" type="sibTrans" cxnId="{054B39EE-182C-4FD0-A42A-77BA6983B6DE}">
      <dgm:prSet/>
      <dgm:spPr/>
      <dgm:t>
        <a:bodyPr/>
        <a:lstStyle/>
        <a:p>
          <a:endParaRPr lang="en-US"/>
        </a:p>
      </dgm:t>
    </dgm:pt>
    <dgm:pt modelId="{D2F382D1-A88A-4F3F-B9FB-E5C5735D3252}">
      <dgm:prSet/>
      <dgm:spPr/>
      <dgm:t>
        <a:bodyPr/>
        <a:lstStyle/>
        <a:p>
          <a:r>
            <a:rPr lang="en-US" dirty="0"/>
            <a:t>Binarize</a:t>
          </a:r>
        </a:p>
      </dgm:t>
    </dgm:pt>
    <dgm:pt modelId="{60CF42D9-ACE5-43BA-8ACB-8FC8171F7ABE}" type="parTrans" cxnId="{8873FF66-5B69-4651-90DF-38000255B991}">
      <dgm:prSet/>
      <dgm:spPr/>
      <dgm:t>
        <a:bodyPr/>
        <a:lstStyle/>
        <a:p>
          <a:endParaRPr lang="en-US"/>
        </a:p>
      </dgm:t>
    </dgm:pt>
    <dgm:pt modelId="{EC194CF0-9128-4A11-8496-4F7C6524D951}" type="sibTrans" cxnId="{8873FF66-5B69-4651-90DF-38000255B991}">
      <dgm:prSet/>
      <dgm:spPr/>
      <dgm:t>
        <a:bodyPr/>
        <a:lstStyle/>
        <a:p>
          <a:endParaRPr lang="en-US"/>
        </a:p>
      </dgm:t>
    </dgm:pt>
    <dgm:pt modelId="{407F59CB-0330-493B-BE98-CF483E702A99}">
      <dgm:prSet/>
      <dgm:spPr/>
      <dgm:t>
        <a:bodyPr/>
        <a:lstStyle/>
        <a:p>
          <a:r>
            <a:rPr lang="en-US"/>
            <a:t>Invert</a:t>
          </a:r>
        </a:p>
      </dgm:t>
    </dgm:pt>
    <dgm:pt modelId="{7EB64E4B-1776-4E71-AC60-035EE90F8F5F}" type="parTrans" cxnId="{27013D76-DE3C-4C02-9AD1-82BF07A8D895}">
      <dgm:prSet/>
      <dgm:spPr/>
      <dgm:t>
        <a:bodyPr/>
        <a:lstStyle/>
        <a:p>
          <a:endParaRPr lang="en-US"/>
        </a:p>
      </dgm:t>
    </dgm:pt>
    <dgm:pt modelId="{971C03C4-1235-4951-9DEB-B03E1C0BAFFD}" type="sibTrans" cxnId="{27013D76-DE3C-4C02-9AD1-82BF07A8D895}">
      <dgm:prSet/>
      <dgm:spPr/>
      <dgm:t>
        <a:bodyPr/>
        <a:lstStyle/>
        <a:p>
          <a:endParaRPr lang="en-US"/>
        </a:p>
      </dgm:t>
    </dgm:pt>
    <dgm:pt modelId="{430B2752-3AC6-4244-AC79-86BEF8DAA8FC}">
      <dgm:prSet/>
      <dgm:spPr/>
      <dgm:t>
        <a:bodyPr/>
        <a:lstStyle/>
        <a:p>
          <a:r>
            <a:rPr lang="en-US"/>
            <a:t>Clear borders</a:t>
          </a:r>
        </a:p>
      </dgm:t>
    </dgm:pt>
    <dgm:pt modelId="{D12274CF-37CA-47E6-95E7-6203F16C0B3E}" type="parTrans" cxnId="{C096C104-1EFA-477F-9BFC-F1D4BD45D6A1}">
      <dgm:prSet/>
      <dgm:spPr/>
      <dgm:t>
        <a:bodyPr/>
        <a:lstStyle/>
        <a:p>
          <a:endParaRPr lang="en-US"/>
        </a:p>
      </dgm:t>
    </dgm:pt>
    <dgm:pt modelId="{CF0D0432-4AF4-4C8E-B82D-48CB822391BE}" type="sibTrans" cxnId="{C096C104-1EFA-477F-9BFC-F1D4BD45D6A1}">
      <dgm:prSet/>
      <dgm:spPr/>
      <dgm:t>
        <a:bodyPr/>
        <a:lstStyle/>
        <a:p>
          <a:endParaRPr lang="en-US"/>
        </a:p>
      </dgm:t>
    </dgm:pt>
    <dgm:pt modelId="{F4BF78DB-9587-450B-BD9A-56964B33B9BE}">
      <dgm:prSet/>
      <dgm:spPr/>
      <dgm:t>
        <a:bodyPr/>
        <a:lstStyle/>
        <a:p>
          <a:r>
            <a:rPr lang="en-US"/>
            <a:t>Filter Small Things</a:t>
          </a:r>
        </a:p>
      </dgm:t>
    </dgm:pt>
    <dgm:pt modelId="{60392D7C-60FA-4520-83C4-760A2857D52C}" type="parTrans" cxnId="{48507B0E-EA4B-4672-9E8D-F16EAA2C8300}">
      <dgm:prSet/>
      <dgm:spPr/>
      <dgm:t>
        <a:bodyPr/>
        <a:lstStyle/>
        <a:p>
          <a:endParaRPr lang="en-US"/>
        </a:p>
      </dgm:t>
    </dgm:pt>
    <dgm:pt modelId="{DD40FC5A-B855-4D73-A2B7-7EE630CF9DEB}" type="sibTrans" cxnId="{48507B0E-EA4B-4672-9E8D-F16EAA2C8300}">
      <dgm:prSet/>
      <dgm:spPr/>
      <dgm:t>
        <a:bodyPr/>
        <a:lstStyle/>
        <a:p>
          <a:endParaRPr lang="en-US"/>
        </a:p>
      </dgm:t>
    </dgm:pt>
    <dgm:pt modelId="{E9B65A79-DEC1-422E-B8A5-994830B6D514}">
      <dgm:prSet/>
      <dgm:spPr/>
      <dgm:t>
        <a:bodyPr/>
        <a:lstStyle/>
        <a:p>
          <a:r>
            <a:rPr lang="en-US"/>
            <a:t>Segment characters using regionprops.</a:t>
          </a:r>
        </a:p>
      </dgm:t>
    </dgm:pt>
    <dgm:pt modelId="{6A08A048-CCF8-4984-9481-EDBFAB25A43B}" type="parTrans" cxnId="{0AED910F-38B9-404C-BE85-682BF2F84931}">
      <dgm:prSet/>
      <dgm:spPr/>
      <dgm:t>
        <a:bodyPr/>
        <a:lstStyle/>
        <a:p>
          <a:endParaRPr lang="en-US"/>
        </a:p>
      </dgm:t>
    </dgm:pt>
    <dgm:pt modelId="{4BEB7D41-CEE1-41DC-A357-B9DD904A033E}" type="sibTrans" cxnId="{0AED910F-38B9-404C-BE85-682BF2F84931}">
      <dgm:prSet/>
      <dgm:spPr/>
      <dgm:t>
        <a:bodyPr/>
        <a:lstStyle/>
        <a:p>
          <a:endParaRPr lang="en-US"/>
        </a:p>
      </dgm:t>
    </dgm:pt>
    <dgm:pt modelId="{07EDBD09-B3F5-4B30-9D5F-F050CBAC33B4}">
      <dgm:prSet/>
      <dgm:spPr/>
      <dgm:t>
        <a:bodyPr/>
        <a:lstStyle/>
        <a:p>
          <a:r>
            <a:rPr lang="en-US" dirty="0"/>
            <a:t>Match characters to pre-loaded templates.</a:t>
          </a:r>
        </a:p>
      </dgm:t>
    </dgm:pt>
    <dgm:pt modelId="{9D462DC7-A7D4-4FAE-B5EB-0125A5FF341A}" type="parTrans" cxnId="{265ED6F9-BE35-444E-A60E-E9328311D449}">
      <dgm:prSet/>
      <dgm:spPr/>
      <dgm:t>
        <a:bodyPr/>
        <a:lstStyle/>
        <a:p>
          <a:endParaRPr lang="en-US"/>
        </a:p>
      </dgm:t>
    </dgm:pt>
    <dgm:pt modelId="{BBB17FB1-EAB7-4300-ADBC-9F8455897C0C}" type="sibTrans" cxnId="{265ED6F9-BE35-444E-A60E-E9328311D449}">
      <dgm:prSet/>
      <dgm:spPr/>
      <dgm:t>
        <a:bodyPr/>
        <a:lstStyle/>
        <a:p>
          <a:endParaRPr lang="en-US"/>
        </a:p>
      </dgm:t>
    </dgm:pt>
    <dgm:pt modelId="{84D2598A-F8FC-42A9-9EFC-2C487000580E}" type="pres">
      <dgm:prSet presAssocID="{64F10C27-C13D-4C20-A332-E14E195E6884}" presName="linear" presStyleCnt="0">
        <dgm:presLayoutVars>
          <dgm:animLvl val="lvl"/>
          <dgm:resizeHandles val="exact"/>
        </dgm:presLayoutVars>
      </dgm:prSet>
      <dgm:spPr/>
    </dgm:pt>
    <dgm:pt modelId="{09635042-A609-4198-847D-F38A7B013360}" type="pres">
      <dgm:prSet presAssocID="{5347B5E9-D45F-4939-B294-D660D171103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A048347-B897-4EE2-8158-A120B08D6DF4}" type="pres">
      <dgm:prSet presAssocID="{5347B5E9-D45F-4939-B294-D660D171103E}" presName="childText" presStyleLbl="revTx" presStyleIdx="0" presStyleCnt="1">
        <dgm:presLayoutVars>
          <dgm:bulletEnabled val="1"/>
        </dgm:presLayoutVars>
      </dgm:prSet>
      <dgm:spPr/>
    </dgm:pt>
    <dgm:pt modelId="{5A317306-C361-442D-B714-C4DD53E94912}" type="pres">
      <dgm:prSet presAssocID="{E9B65A79-DEC1-422E-B8A5-994830B6D5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B5EB52F-49A9-41A5-ADB0-12A7C3CC259F}" type="pres">
      <dgm:prSet presAssocID="{4BEB7D41-CEE1-41DC-A357-B9DD904A033E}" presName="spacer" presStyleCnt="0"/>
      <dgm:spPr/>
    </dgm:pt>
    <dgm:pt modelId="{A388FCD4-A8FB-4F08-B031-CF3E6C4692C0}" type="pres">
      <dgm:prSet presAssocID="{07EDBD09-B3F5-4B30-9D5F-F050CBAC33B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096C104-1EFA-477F-9BFC-F1D4BD45D6A1}" srcId="{5347B5E9-D45F-4939-B294-D660D171103E}" destId="{430B2752-3AC6-4244-AC79-86BEF8DAA8FC}" srcOrd="4" destOrd="0" parTransId="{D12274CF-37CA-47E6-95E7-6203F16C0B3E}" sibTransId="{CF0D0432-4AF4-4C8E-B82D-48CB822391BE}"/>
    <dgm:cxn modelId="{48507B0E-EA4B-4672-9E8D-F16EAA2C8300}" srcId="{5347B5E9-D45F-4939-B294-D660D171103E}" destId="{F4BF78DB-9587-450B-BD9A-56964B33B9BE}" srcOrd="5" destOrd="0" parTransId="{60392D7C-60FA-4520-83C4-760A2857D52C}" sibTransId="{DD40FC5A-B855-4D73-A2B7-7EE630CF9DEB}"/>
    <dgm:cxn modelId="{0AED910F-38B9-404C-BE85-682BF2F84931}" srcId="{64F10C27-C13D-4C20-A332-E14E195E6884}" destId="{E9B65A79-DEC1-422E-B8A5-994830B6D514}" srcOrd="1" destOrd="0" parTransId="{6A08A048-CCF8-4984-9481-EDBFAB25A43B}" sibTransId="{4BEB7D41-CEE1-41DC-A357-B9DD904A033E}"/>
    <dgm:cxn modelId="{6D7BD724-9F6A-4CCA-976A-75D25BB0ECBB}" srcId="{5347B5E9-D45F-4939-B294-D660D171103E}" destId="{1C91A21C-E60E-47BB-94DC-F4C38BE3D8C3}" srcOrd="0" destOrd="0" parTransId="{CC679009-D777-466B-8A75-596CDE232C57}" sibTransId="{B6A93315-D064-49D6-B666-9EB2B7857D00}"/>
    <dgm:cxn modelId="{6EF9CC30-8710-4B4D-8C0F-92085503C901}" type="presOf" srcId="{F4BF78DB-9587-450B-BD9A-56964B33B9BE}" destId="{9A048347-B897-4EE2-8158-A120B08D6DF4}" srcOrd="0" destOrd="5" presId="urn:microsoft.com/office/officeart/2005/8/layout/vList2"/>
    <dgm:cxn modelId="{14482D3B-A4F3-4528-BC7D-6BD1AB9A9140}" type="presOf" srcId="{430B2752-3AC6-4244-AC79-86BEF8DAA8FC}" destId="{9A048347-B897-4EE2-8158-A120B08D6DF4}" srcOrd="0" destOrd="4" presId="urn:microsoft.com/office/officeart/2005/8/layout/vList2"/>
    <dgm:cxn modelId="{8873FF66-5B69-4651-90DF-38000255B991}" srcId="{5347B5E9-D45F-4939-B294-D660D171103E}" destId="{D2F382D1-A88A-4F3F-B9FB-E5C5735D3252}" srcOrd="2" destOrd="0" parTransId="{60CF42D9-ACE5-43BA-8ACB-8FC8171F7ABE}" sibTransId="{EC194CF0-9128-4A11-8496-4F7C6524D951}"/>
    <dgm:cxn modelId="{B7A3A06D-C72A-4FF9-B33C-040F9CB49C5E}" type="presOf" srcId="{407F59CB-0330-493B-BE98-CF483E702A99}" destId="{9A048347-B897-4EE2-8158-A120B08D6DF4}" srcOrd="0" destOrd="3" presId="urn:microsoft.com/office/officeart/2005/8/layout/vList2"/>
    <dgm:cxn modelId="{27013D76-DE3C-4C02-9AD1-82BF07A8D895}" srcId="{5347B5E9-D45F-4939-B294-D660D171103E}" destId="{407F59CB-0330-493B-BE98-CF483E702A99}" srcOrd="3" destOrd="0" parTransId="{7EB64E4B-1776-4E71-AC60-035EE90F8F5F}" sibTransId="{971C03C4-1235-4951-9DEB-B03E1C0BAFFD}"/>
    <dgm:cxn modelId="{CA9F4081-BC84-4A33-B713-BF6369583645}" type="presOf" srcId="{E9B65A79-DEC1-422E-B8A5-994830B6D514}" destId="{5A317306-C361-442D-B714-C4DD53E94912}" srcOrd="0" destOrd="0" presId="urn:microsoft.com/office/officeart/2005/8/layout/vList2"/>
    <dgm:cxn modelId="{E2937488-9AC5-4EA4-A3A8-D459CEE99712}" type="presOf" srcId="{5347B5E9-D45F-4939-B294-D660D171103E}" destId="{09635042-A609-4198-847D-F38A7B013360}" srcOrd="0" destOrd="0" presId="urn:microsoft.com/office/officeart/2005/8/layout/vList2"/>
    <dgm:cxn modelId="{B51EF291-AF18-4BC7-BAC2-EE7EDA8D62D3}" type="presOf" srcId="{D2F382D1-A88A-4F3F-B9FB-E5C5735D3252}" destId="{9A048347-B897-4EE2-8158-A120B08D6DF4}" srcOrd="0" destOrd="2" presId="urn:microsoft.com/office/officeart/2005/8/layout/vList2"/>
    <dgm:cxn modelId="{30E47292-B330-4A43-B5C3-EECEC6C92517}" type="presOf" srcId="{64F10C27-C13D-4C20-A332-E14E195E6884}" destId="{84D2598A-F8FC-42A9-9EFC-2C487000580E}" srcOrd="0" destOrd="0" presId="urn:microsoft.com/office/officeart/2005/8/layout/vList2"/>
    <dgm:cxn modelId="{7EC7079A-D21A-4C6F-8074-EB7C3DDB6823}" type="presOf" srcId="{1F9D3EC9-824B-4535-9D9B-F9767DAB6065}" destId="{9A048347-B897-4EE2-8158-A120B08D6DF4}" srcOrd="0" destOrd="1" presId="urn:microsoft.com/office/officeart/2005/8/layout/vList2"/>
    <dgm:cxn modelId="{2BE683C2-6D61-4B09-B843-8C262E6DF666}" srcId="{64F10C27-C13D-4C20-A332-E14E195E6884}" destId="{5347B5E9-D45F-4939-B294-D660D171103E}" srcOrd="0" destOrd="0" parTransId="{00434706-4492-41C3-BA7E-1FFA3E400FA7}" sibTransId="{0B766E03-AE88-49A5-9937-82D395E694D1}"/>
    <dgm:cxn modelId="{8AB9B2DF-B581-46AA-8014-786217166475}" type="presOf" srcId="{1C91A21C-E60E-47BB-94DC-F4C38BE3D8C3}" destId="{9A048347-B897-4EE2-8158-A120B08D6DF4}" srcOrd="0" destOrd="0" presId="urn:microsoft.com/office/officeart/2005/8/layout/vList2"/>
    <dgm:cxn modelId="{054B39EE-182C-4FD0-A42A-77BA6983B6DE}" srcId="{5347B5E9-D45F-4939-B294-D660D171103E}" destId="{1F9D3EC9-824B-4535-9D9B-F9767DAB6065}" srcOrd="1" destOrd="0" parTransId="{D0832B85-C4DA-46E9-B6C7-326C7D4A0F46}" sibTransId="{76DB12A9-0243-4262-9673-7EADB4E561FE}"/>
    <dgm:cxn modelId="{1F6390EE-E18F-401C-9939-B89FD06264C4}" type="presOf" srcId="{07EDBD09-B3F5-4B30-9D5F-F050CBAC33B4}" destId="{A388FCD4-A8FB-4F08-B031-CF3E6C4692C0}" srcOrd="0" destOrd="0" presId="urn:microsoft.com/office/officeart/2005/8/layout/vList2"/>
    <dgm:cxn modelId="{265ED6F9-BE35-444E-A60E-E9328311D449}" srcId="{64F10C27-C13D-4C20-A332-E14E195E6884}" destId="{07EDBD09-B3F5-4B30-9D5F-F050CBAC33B4}" srcOrd="2" destOrd="0" parTransId="{9D462DC7-A7D4-4FAE-B5EB-0125A5FF341A}" sibTransId="{BBB17FB1-EAB7-4300-ADBC-9F8455897C0C}"/>
    <dgm:cxn modelId="{FAA837DB-A2B9-448A-8CDF-907B8C6C7E50}" type="presParOf" srcId="{84D2598A-F8FC-42A9-9EFC-2C487000580E}" destId="{09635042-A609-4198-847D-F38A7B013360}" srcOrd="0" destOrd="0" presId="urn:microsoft.com/office/officeart/2005/8/layout/vList2"/>
    <dgm:cxn modelId="{D5487606-5E66-4063-A80F-EC8230CF78A5}" type="presParOf" srcId="{84D2598A-F8FC-42A9-9EFC-2C487000580E}" destId="{9A048347-B897-4EE2-8158-A120B08D6DF4}" srcOrd="1" destOrd="0" presId="urn:microsoft.com/office/officeart/2005/8/layout/vList2"/>
    <dgm:cxn modelId="{28F802EA-B99F-4506-87AE-523DBC2A5709}" type="presParOf" srcId="{84D2598A-F8FC-42A9-9EFC-2C487000580E}" destId="{5A317306-C361-442D-B714-C4DD53E94912}" srcOrd="2" destOrd="0" presId="urn:microsoft.com/office/officeart/2005/8/layout/vList2"/>
    <dgm:cxn modelId="{B6DA18FD-0332-4EB1-9B56-254FB5F6E2A0}" type="presParOf" srcId="{84D2598A-F8FC-42A9-9EFC-2C487000580E}" destId="{BB5EB52F-49A9-41A5-ADB0-12A7C3CC259F}" srcOrd="3" destOrd="0" presId="urn:microsoft.com/office/officeart/2005/8/layout/vList2"/>
    <dgm:cxn modelId="{D7CDC213-9A1B-4859-8570-E269F8FB5CA2}" type="presParOf" srcId="{84D2598A-F8FC-42A9-9EFC-2C487000580E}" destId="{A388FCD4-A8FB-4F08-B031-CF3E6C4692C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CFD50-D60C-475A-9D4B-CBE82CAFF933}">
      <dsp:nvSpPr>
        <dsp:cNvPr id="0" name=""/>
        <dsp:cNvSpPr/>
      </dsp:nvSpPr>
      <dsp:spPr>
        <a:xfrm>
          <a:off x="5058" y="1799870"/>
          <a:ext cx="1725063" cy="862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Image Input</a:t>
          </a:r>
        </a:p>
      </dsp:txBody>
      <dsp:txXfrm>
        <a:off x="30321" y="1825133"/>
        <a:ext cx="1674537" cy="812005"/>
      </dsp:txXfrm>
    </dsp:sp>
    <dsp:sp modelId="{96FBF42A-6879-41AF-BCB5-240001091718}">
      <dsp:nvSpPr>
        <dsp:cNvPr id="0" name=""/>
        <dsp:cNvSpPr/>
      </dsp:nvSpPr>
      <dsp:spPr>
        <a:xfrm>
          <a:off x="2161388" y="1799870"/>
          <a:ext cx="1725063" cy="862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Preprocessing </a:t>
          </a:r>
        </a:p>
      </dsp:txBody>
      <dsp:txXfrm>
        <a:off x="2186651" y="1825133"/>
        <a:ext cx="1674537" cy="812005"/>
      </dsp:txXfrm>
    </dsp:sp>
    <dsp:sp modelId="{2F202F95-1F28-462C-8F26-072BE66D4790}">
      <dsp:nvSpPr>
        <dsp:cNvPr id="0" name=""/>
        <dsp:cNvSpPr/>
      </dsp:nvSpPr>
      <dsp:spPr>
        <a:xfrm>
          <a:off x="4317718" y="1799870"/>
          <a:ext cx="1725063" cy="862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Plate Localization </a:t>
          </a:r>
        </a:p>
      </dsp:txBody>
      <dsp:txXfrm>
        <a:off x="4342981" y="1825133"/>
        <a:ext cx="1674537" cy="812005"/>
      </dsp:txXfrm>
    </dsp:sp>
    <dsp:sp modelId="{8CC9376D-4989-48A7-94B8-8E23C08E2EBC}">
      <dsp:nvSpPr>
        <dsp:cNvPr id="0" name=""/>
        <dsp:cNvSpPr/>
      </dsp:nvSpPr>
      <dsp:spPr>
        <a:xfrm>
          <a:off x="6474048" y="1799870"/>
          <a:ext cx="1725063" cy="862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OCR </a:t>
          </a:r>
        </a:p>
      </dsp:txBody>
      <dsp:txXfrm>
        <a:off x="6499311" y="1825133"/>
        <a:ext cx="1674537" cy="812005"/>
      </dsp:txXfrm>
    </dsp:sp>
    <dsp:sp modelId="{A527C8B5-DF8C-440C-8EEC-F793E76B5534}">
      <dsp:nvSpPr>
        <dsp:cNvPr id="0" name=""/>
        <dsp:cNvSpPr/>
      </dsp:nvSpPr>
      <dsp:spPr>
        <a:xfrm>
          <a:off x="8630378" y="1799870"/>
          <a:ext cx="1725063" cy="862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Result Annotation</a:t>
          </a:r>
        </a:p>
      </dsp:txBody>
      <dsp:txXfrm>
        <a:off x="8655641" y="1825133"/>
        <a:ext cx="1674537" cy="8120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35042-A609-4198-847D-F38A7B013360}">
      <dsp:nvSpPr>
        <dsp:cNvPr id="0" name=""/>
        <dsp:cNvSpPr/>
      </dsp:nvSpPr>
      <dsp:spPr>
        <a:xfrm>
          <a:off x="0" y="53225"/>
          <a:ext cx="1036050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Clean the image</a:t>
          </a:r>
        </a:p>
      </dsp:txBody>
      <dsp:txXfrm>
        <a:off x="32784" y="86009"/>
        <a:ext cx="10294933" cy="606012"/>
      </dsp:txXfrm>
    </dsp:sp>
    <dsp:sp modelId="{9A048347-B897-4EE2-8158-A120B08D6DF4}">
      <dsp:nvSpPr>
        <dsp:cNvPr id="0" name=""/>
        <dsp:cNvSpPr/>
      </dsp:nvSpPr>
      <dsp:spPr>
        <a:xfrm>
          <a:off x="0" y="724805"/>
          <a:ext cx="10360501" cy="2260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94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Crop plate region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Enhance Contrast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Binarize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Invert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Clear borders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Filter Small Things</a:t>
          </a:r>
        </a:p>
      </dsp:txBody>
      <dsp:txXfrm>
        <a:off x="0" y="724805"/>
        <a:ext cx="10360501" cy="2260440"/>
      </dsp:txXfrm>
    </dsp:sp>
    <dsp:sp modelId="{5A317306-C361-442D-B714-C4DD53E94912}">
      <dsp:nvSpPr>
        <dsp:cNvPr id="0" name=""/>
        <dsp:cNvSpPr/>
      </dsp:nvSpPr>
      <dsp:spPr>
        <a:xfrm>
          <a:off x="0" y="2985246"/>
          <a:ext cx="1036050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Segment characters using regionprops.</a:t>
          </a:r>
        </a:p>
      </dsp:txBody>
      <dsp:txXfrm>
        <a:off x="32784" y="3018030"/>
        <a:ext cx="10294933" cy="606012"/>
      </dsp:txXfrm>
    </dsp:sp>
    <dsp:sp modelId="{A388FCD4-A8FB-4F08-B031-CF3E6C4692C0}">
      <dsp:nvSpPr>
        <dsp:cNvPr id="0" name=""/>
        <dsp:cNvSpPr/>
      </dsp:nvSpPr>
      <dsp:spPr>
        <a:xfrm>
          <a:off x="0" y="3737466"/>
          <a:ext cx="1036050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Match characters to pre-loaded templates.</a:t>
          </a:r>
        </a:p>
      </dsp:txBody>
      <dsp:txXfrm>
        <a:off x="32784" y="3770250"/>
        <a:ext cx="10294933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4/29/2025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970115"/>
            <a:ext cx="8735325" cy="2000251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Car License Plate Detection and Recognition in MATLAB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25176" y="3002115"/>
            <a:ext cx="8735325" cy="1752600"/>
          </a:xfrm>
        </p:spPr>
        <p:txBody>
          <a:bodyPr/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 Comprehensive Approach to Automated License Plate Recognition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CD6BDACB-94AA-E6AA-1C89-D68482D4D904}"/>
              </a:ext>
            </a:extLst>
          </p:cNvPr>
          <p:cNvSpPr txBox="1">
            <a:spLocks/>
          </p:cNvSpPr>
          <p:nvPr/>
        </p:nvSpPr>
        <p:spPr>
          <a:xfrm>
            <a:off x="1625176" y="5562600"/>
            <a:ext cx="5638799" cy="343678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</a:rPr>
              <a:t>Abed El Rahman Mneimneh – Omar Al Taki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990600"/>
            <a:ext cx="10360501" cy="517346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Problem Statement:</a:t>
            </a:r>
            <a:r>
              <a:rPr lang="en-US" dirty="0"/>
              <a:t> License plate recognition is critical for traffic management, toll systems, and security.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Solution:</a:t>
            </a:r>
            <a:r>
              <a:rPr lang="en-US" dirty="0"/>
              <a:t> MATLAB-based software to detect and read license plates from images.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User-friendly image selection.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Morphology-based plate localization.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Custom template-matching OCR.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3AE8-0604-186C-EC15-182DB606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Overview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29C3C7-3C07-4247-8D66-D3590867F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8526554"/>
              </p:ext>
            </p:extLst>
          </p:nvPr>
        </p:nvGraphicFramePr>
        <p:xfrm>
          <a:off x="1218883" y="1701797"/>
          <a:ext cx="10360501" cy="4462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279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57B9C7-2416-9AAC-E979-1F5D7386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Image Input &amp; Preprocessing</a:t>
            </a:r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4A0CFE-E4DE-B16D-13CA-375F64677C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/>
        </p:blipFill>
        <p:spPr>
          <a:xfrm>
            <a:off x="1376718" y="1706880"/>
            <a:ext cx="4763007" cy="4465320"/>
          </a:xfr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B3654D-6C04-DCE6-0714-09E346DEB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Grayscale</a:t>
            </a:r>
            <a:r>
              <a:rPr lang="fr-FR" dirty="0"/>
              <a:t> conversion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Contrast</a:t>
            </a:r>
            <a:r>
              <a:rPr lang="fr-FR" dirty="0"/>
              <a:t> </a:t>
            </a:r>
            <a:r>
              <a:rPr lang="fr-FR" dirty="0" err="1"/>
              <a:t>enhancement</a:t>
            </a:r>
            <a:r>
              <a:rPr lang="fr-FR" dirty="0"/>
              <a:t> (</a:t>
            </a:r>
            <a:r>
              <a:rPr lang="fr-FR" dirty="0" err="1"/>
              <a:t>adapthisteq</a:t>
            </a:r>
            <a:r>
              <a:rPr lang="fr-F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Noise </a:t>
            </a:r>
            <a:r>
              <a:rPr lang="fr-FR" dirty="0" err="1"/>
              <a:t>reduction</a:t>
            </a:r>
            <a:r>
              <a:rPr lang="fr-FR" dirty="0"/>
              <a:t> (</a:t>
            </a:r>
            <a:r>
              <a:rPr lang="fr-FR" dirty="0" err="1"/>
              <a:t>imgaussfilt</a:t>
            </a:r>
            <a:r>
              <a:rPr lang="fr-F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9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A4E1083-3B2D-DF71-D5F0-92BF3134B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/>
          <a:lstStyle/>
          <a:p>
            <a:r>
              <a:rPr lang="en-US" dirty="0"/>
              <a:t>Preprocessing</a:t>
            </a:r>
          </a:p>
        </p:txBody>
      </p:sp>
      <p:pic>
        <p:nvPicPr>
          <p:cNvPr id="6" name="Picture 5" descr="A close-up of a license plate&#10;&#10;AI-generated content may be incorrect.">
            <a:extLst>
              <a:ext uri="{FF2B5EF4-FFF2-40B4-BE49-F238E27FC236}">
                <a16:creationId xmlns:a16="http://schemas.microsoft.com/office/drawing/2014/main" id="{E5B8BAF8-CA32-B9A2-4391-BAF6BF9CE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00" y="2438400"/>
            <a:ext cx="11695823" cy="2514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298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F4D62F-9E98-5DB3-F7AD-D2592EFE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Plate Localization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E2951-95B4-685B-F863-AAB49D900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Key Techniques:</a:t>
            </a:r>
          </a:p>
          <a:p>
            <a:pPr lvl="2"/>
            <a:r>
              <a:rPr lang="en-US" b="1" dirty="0"/>
              <a:t>Edge Detection: </a:t>
            </a:r>
            <a:r>
              <a:rPr lang="en-US" dirty="0"/>
              <a:t>vertical edges detection using edge() with ‘Sobel’.</a:t>
            </a:r>
          </a:p>
          <a:p>
            <a:pPr lvl="2"/>
            <a:r>
              <a:rPr lang="en-US" b="1" dirty="0"/>
              <a:t>Morphological Operations: </a:t>
            </a:r>
          </a:p>
          <a:p>
            <a:pPr lvl="4"/>
            <a:r>
              <a:rPr lang="en-US" dirty="0"/>
              <a:t>Thickening vertical edges </a:t>
            </a:r>
            <a:r>
              <a:rPr lang="en-US" i="1" dirty="0">
                <a:solidFill>
                  <a:schemeClr val="tx1">
                    <a:lumMod val="75000"/>
                  </a:schemeClr>
                </a:solidFill>
              </a:rPr>
              <a:t>using </a:t>
            </a:r>
            <a:r>
              <a:rPr lang="en-US" i="1" dirty="0" err="1">
                <a:solidFill>
                  <a:schemeClr val="tx1">
                    <a:lumMod val="75000"/>
                  </a:schemeClr>
                </a:solidFill>
              </a:rPr>
              <a:t>imdilate</a:t>
            </a:r>
            <a:r>
              <a:rPr lang="en-US" i="1" dirty="0">
                <a:solidFill>
                  <a:schemeClr val="tx1">
                    <a:lumMod val="75000"/>
                  </a:schemeClr>
                </a:solidFill>
              </a:rPr>
              <a:t>()</a:t>
            </a:r>
            <a:r>
              <a:rPr lang="en-US" i="1" dirty="0"/>
              <a:t>.</a:t>
            </a:r>
          </a:p>
          <a:p>
            <a:pPr lvl="4"/>
            <a:r>
              <a:rPr lang="en-US" dirty="0"/>
              <a:t>Filling gaps </a:t>
            </a:r>
            <a:r>
              <a:rPr lang="en-US" i="1" dirty="0">
                <a:solidFill>
                  <a:schemeClr val="tx1">
                    <a:lumMod val="75000"/>
                  </a:schemeClr>
                </a:solidFill>
              </a:rPr>
              <a:t>using </a:t>
            </a:r>
            <a:r>
              <a:rPr lang="en-US" i="1" dirty="0" err="1">
                <a:solidFill>
                  <a:schemeClr val="tx1">
                    <a:lumMod val="75000"/>
                  </a:schemeClr>
                </a:solidFill>
              </a:rPr>
              <a:t>imclose</a:t>
            </a:r>
            <a:r>
              <a:rPr lang="en-US" i="1" dirty="0">
                <a:solidFill>
                  <a:schemeClr val="tx1">
                    <a:lumMod val="75000"/>
                  </a:schemeClr>
                </a:solidFill>
              </a:rPr>
              <a:t>()</a:t>
            </a:r>
            <a:r>
              <a:rPr lang="en-US" i="1" dirty="0"/>
              <a:t>.</a:t>
            </a:r>
          </a:p>
          <a:p>
            <a:pPr lvl="4"/>
            <a:r>
              <a:rPr lang="en-US" dirty="0"/>
              <a:t>Area filtering </a:t>
            </a:r>
            <a:r>
              <a:rPr lang="en-US" i="1" dirty="0">
                <a:solidFill>
                  <a:schemeClr val="tx1">
                    <a:lumMod val="75000"/>
                  </a:schemeClr>
                </a:solidFill>
              </a:rPr>
              <a:t>using </a:t>
            </a:r>
            <a:r>
              <a:rPr lang="en-US" i="1" dirty="0" err="1">
                <a:solidFill>
                  <a:schemeClr val="tx1">
                    <a:lumMod val="75000"/>
                  </a:schemeClr>
                </a:solidFill>
              </a:rPr>
              <a:t>bwareopen</a:t>
            </a:r>
            <a:r>
              <a:rPr lang="en-US" i="1" dirty="0">
                <a:solidFill>
                  <a:schemeClr val="tx1">
                    <a:lumMod val="75000"/>
                  </a:schemeClr>
                </a:solidFill>
              </a:rPr>
              <a:t>()</a:t>
            </a:r>
            <a:r>
              <a:rPr lang="en-US" i="1" dirty="0"/>
              <a:t>.</a:t>
            </a:r>
          </a:p>
          <a:p>
            <a:pPr lvl="2"/>
            <a:r>
              <a:rPr lang="en-US" b="1" dirty="0"/>
              <a:t>Aspect Ratio Filtering: </a:t>
            </a:r>
            <a:r>
              <a:rPr lang="en-US" dirty="0"/>
              <a:t>Retain regions with ratio 2:1 to 6:1.</a:t>
            </a:r>
          </a:p>
          <a:p>
            <a:r>
              <a:rPr lang="en-US" u="sng" dirty="0"/>
              <a:t>Why It Works:</a:t>
            </a:r>
          </a:p>
          <a:p>
            <a:pPr lvl="1"/>
            <a:r>
              <a:rPr lang="en-US" dirty="0"/>
              <a:t>License plates have dense vertical edges and standardized proportions.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6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59F5-5EF0-FD0C-2DD9-1F404A0A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OCR Process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F0E5208-0A94-5D75-56F8-E534B71CB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939121"/>
              </p:ext>
            </p:extLst>
          </p:nvPr>
        </p:nvGraphicFramePr>
        <p:xfrm>
          <a:off x="1218883" y="1701797"/>
          <a:ext cx="10360501" cy="4462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411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293E-8870-ED6D-6ED1-8968EEC0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Cleaning The Image</a:t>
            </a:r>
          </a:p>
        </p:txBody>
      </p:sp>
      <p:pic>
        <p:nvPicPr>
          <p:cNvPr id="7" name="Picture 6" descr="A close-up of a license plate&#10;&#10;AI-generated content may be incorrect.">
            <a:extLst>
              <a:ext uri="{FF2B5EF4-FFF2-40B4-BE49-F238E27FC236}">
                <a16:creationId xmlns:a16="http://schemas.microsoft.com/office/drawing/2014/main" id="{3A4E1F1D-2898-D5E5-8373-F28753E1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21" y="2286000"/>
            <a:ext cx="10898382" cy="31060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781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6CAF-B1D9-1260-8B7C-92990FF7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E5BE-79C6-1D49-D2F1-24DE08BF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Reading Characters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15DBB6-B16D-90D5-C19F-5614BFFA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60" y="1905000"/>
            <a:ext cx="11404904" cy="39632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5089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2F93-5077-7969-4E39-0E4C8655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Annotation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066BC-7C4A-0F46-B3A5-5FD54049A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242" y="1828800"/>
            <a:ext cx="8608570" cy="425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4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B163-0C0B-88A4-3F03-0DA9DB7D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Challenges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8288-2C1D-F08C-8D4F-8104091FD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462272"/>
          </a:xfrm>
        </p:spPr>
        <p:txBody>
          <a:bodyPr>
            <a:normAutofit/>
          </a:bodyPr>
          <a:lstStyle/>
          <a:p>
            <a:r>
              <a:rPr lang="en-US" u="sng" dirty="0"/>
              <a:t>Challenges:</a:t>
            </a:r>
          </a:p>
          <a:p>
            <a:pPr lvl="1"/>
            <a:r>
              <a:rPr lang="en-US" sz="2800" dirty="0"/>
              <a:t>Variable lighting/angles.</a:t>
            </a:r>
          </a:p>
          <a:p>
            <a:pPr lvl="1"/>
            <a:r>
              <a:rPr lang="en-US" sz="2800" dirty="0"/>
              <a:t>Complex backgrounds.</a:t>
            </a:r>
          </a:p>
          <a:p>
            <a:r>
              <a:rPr lang="en-US" u="sng" dirty="0"/>
              <a:t>Limitations:</a:t>
            </a:r>
          </a:p>
          <a:p>
            <a:pPr lvl="1"/>
            <a:r>
              <a:rPr lang="en-US" sz="2800" dirty="0"/>
              <a:t>Template matching requires predefined fonts.</a:t>
            </a:r>
          </a:p>
          <a:p>
            <a:pPr lvl="1"/>
            <a:r>
              <a:rPr lang="en-US" sz="2800" dirty="0"/>
              <a:t>Single-plate detection (no multi-plate support).</a:t>
            </a:r>
          </a:p>
        </p:txBody>
      </p:sp>
    </p:spTree>
    <p:extLst>
      <p:ext uri="{BB962C8B-B14F-4D97-AF65-F5344CB8AC3E}">
        <p14:creationId xmlns:p14="http://schemas.microsoft.com/office/powerpoint/2010/main" val="218873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49CDAC-442B-E5D4-E732-FF33AE22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4075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62</TotalTime>
  <Words>227</Words>
  <Application>Microsoft Office PowerPoint</Application>
  <PresentationFormat>Custom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Poppins</vt:lpstr>
      <vt:lpstr>Roboto</vt:lpstr>
      <vt:lpstr>Tech 16x9</vt:lpstr>
      <vt:lpstr>Car License Plate Detection and Recognition in MATLAB</vt:lpstr>
      <vt:lpstr>PowerPoint Presentation</vt:lpstr>
      <vt:lpstr>Workflow Overview</vt:lpstr>
      <vt:lpstr>Image Input &amp; Preprocessing</vt:lpstr>
      <vt:lpstr>Preprocessing</vt:lpstr>
      <vt:lpstr>Plate Localization</vt:lpstr>
      <vt:lpstr>OCR Process</vt:lpstr>
      <vt:lpstr>Cleaning The Image</vt:lpstr>
      <vt:lpstr>Reading Characters</vt:lpstr>
      <vt:lpstr>Results &amp; Annotation</vt:lpstr>
      <vt:lpstr>Challenges &amp; Limitations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Abed Mneimneh</dc:creator>
  <cp:lastModifiedBy>Abed Mneimneh</cp:lastModifiedBy>
  <cp:revision>1</cp:revision>
  <dcterms:created xsi:type="dcterms:W3CDTF">2025-04-28T21:16:29Z</dcterms:created>
  <dcterms:modified xsi:type="dcterms:W3CDTF">2025-04-28T22:18:33Z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